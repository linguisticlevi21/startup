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5B5B-484E-13FC-9749-27648C453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BDFCD-36B2-F9BD-F660-E65B1C670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A212D-15B0-FF03-F4DD-4A67BF2E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D1AD-5437-9844-1799-C283E037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5978E-03B6-79EA-9371-DBE288EB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5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A979-F9B8-7A43-615C-75D29169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14868-20C6-D4B7-0756-2F630330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49A0-4AEF-42C6-65C5-B74F90C1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8EF84-A4A6-6F3C-0816-BF982F47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39A1-6814-D440-4DE1-B1EFE799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9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9FD8-AF6B-B9E1-D357-48632E42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F6A5A-9541-06DC-E159-FF63F59B2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B4DAA-BEDC-C16A-CAA5-E2E13CFF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58739-B775-5C75-6188-D59BD7E3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5567A-6728-6A37-11CC-5ACF7559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0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0DC0-49C4-D90E-484B-28C618B6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4DC7F-D477-6DA2-5C74-95B0621D5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2DA48-2970-F623-82FC-AEC47B743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6F174-15E4-2346-3E52-CBD865EE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768AF-770B-9308-2B82-D3F8D1B9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AB3BA-BC27-3C39-4140-CD1E6998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4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0B7B-AB78-59C7-D29C-DEC9DB89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A39D7-B624-00ED-3B51-4AAC0A452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D8671-07B2-DF46-42F0-D55CD9285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9E5D6-422F-8EAC-A266-3E7E2F1F6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0626F-E380-8B8F-1AB9-6A95F37B2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21C82-D80A-58EB-B5C4-0CE4B1C2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B6DB0-1A88-B6A7-BA5D-FF86B5FF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CE786-1AA9-CD0C-A1B6-3C87A368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1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B1DA-CC47-F1FE-EC40-DFDD7AA2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AAA1B-014A-B683-4D87-350BB467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CB361-5DA0-E0EE-E2EC-0BFDEE56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473F3-F280-A2CE-3EB0-439F003E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3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359F-0E1E-0741-0FE7-61DA61A8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17964-A14E-B1E3-EFB2-F3BB849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17841-6A72-58A7-9452-DE87CEA3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3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F841-97CE-CC33-A88A-DDD2D752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C68A-3487-8FE2-E751-850332204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A876C-49D4-4F8E-9C41-64FC6AE40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E1AC4-AA9C-F228-5D3F-CEBBEFC7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1FA9A-555E-C6F4-0F14-F046EE9A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16CE4-F1C7-DAFD-9FD2-B0397006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7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3626-5C10-D126-4EF1-D3F7886F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AF2DA-254C-88BC-3E06-A72633E5A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5C966-7A5B-9D60-AEE6-391D6E150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48937-9DC0-D000-5326-A55AA549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3DC74-3EF3-256A-7345-4A553D39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FAC1F-80EE-3532-D9F1-A5874C77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8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6714-2206-F11A-95F0-FBD647D8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3290E-0ACC-4EA6-B0CA-12F986590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1274-DA95-F12E-B0D9-BD9A5C75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2D3C3-E19B-59B7-FDE4-E521E7C3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C3E00-03B3-39B6-5452-E560F18C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B34A6-E1F6-0D65-FDDC-F4DA6E7B8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8D0EB-B803-2EC9-C5DB-2626F1E06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63976-CC0A-4FFA-2958-B3170A4B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185E1-DE39-9337-6947-4776B9E8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4AD1C-B0FA-015E-9E14-9CC62616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68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815F-C8A1-6CE6-07B1-EDB96443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5E5A-1D0A-80C1-EAEE-B3DDA9A82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0DF5-3B68-D28A-01BC-265A8815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5A96F-A65D-2578-9C5F-9A9C9B6C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344-616D-F309-3FFA-3C0D1DC9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65C4B-7D9E-7D12-6956-13BE7161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6C70D-9974-C44B-E648-6EE3604CE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5E611-F94F-DC0C-52F2-2246E0AE6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94AFC-9207-4EB6-A2BA-0D0A1809EBB0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C8014-3E56-D711-F203-D695DC09C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D44CB-3AE5-0EC5-FC9C-F6C57CB74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3CDE-87DC-410D-AA51-B848619CE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4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F10A-72D5-A657-2430-0BD058CF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Startup Arena - Project Deep Dive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1CAC8-1827-9ECB-FECF-1BCF2A5ED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Map-based hiring platform with dual flows: Applicant and HR</a:t>
            </a:r>
          </a:p>
          <a:p>
            <a:r>
              <a:rPr lang="en-US"/>
              <a:t>Runtime: Frontend 3000, Backend 5000, MongoDB 27017</a:t>
            </a:r>
          </a:p>
        </p:txBody>
      </p:sp>
    </p:spTree>
    <p:extLst>
      <p:ext uri="{BB962C8B-B14F-4D97-AF65-F5344CB8AC3E}">
        <p14:creationId xmlns:p14="http://schemas.microsoft.com/office/powerpoint/2010/main" val="323561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56EB-4864-D5D2-E09B-6AA2711D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 Stack and Why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AE34A-3511-F738-CCD6-6D67C6531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Backend: Node.js, Express, MongoDB, Mongoose, dotenv, CORS</a:t>
            </a:r>
          </a:p>
          <a:p>
            <a:r>
              <a:rPr lang="en-US"/>
              <a:t>Frontend: React 18, Axios, Leaflet, React-Leaflet</a:t>
            </a:r>
          </a:p>
          <a:p>
            <a:r>
              <a:rPr lang="en-US"/>
              <a:t>Why: fast API iteration + interactive map UX + flexible schema</a:t>
            </a:r>
          </a:p>
        </p:txBody>
      </p:sp>
    </p:spTree>
    <p:extLst>
      <p:ext uri="{BB962C8B-B14F-4D97-AF65-F5344CB8AC3E}">
        <p14:creationId xmlns:p14="http://schemas.microsoft.com/office/powerpoint/2010/main" val="313254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40C2-3823-C9C8-0F0C-BC4839C9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BA2AC-CF09-F8D0-0C6D-46F04B1E7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 components call API through Axios</a:t>
            </a:r>
          </a:p>
          <a:p>
            <a:r>
              <a:rPr lang="en-US"/>
              <a:t>Express routes handle business logic</a:t>
            </a:r>
          </a:p>
          <a:p>
            <a:r>
              <a:rPr lang="en-US"/>
              <a:t>Mongoose reads/writes MongoDB</a:t>
            </a:r>
          </a:p>
          <a:p>
            <a:r>
              <a:rPr lang="en-US"/>
              <a:t>Single JSON API contract across UI states</a:t>
            </a:r>
          </a:p>
        </p:txBody>
      </p:sp>
    </p:spTree>
    <p:extLst>
      <p:ext uri="{BB962C8B-B14F-4D97-AF65-F5344CB8AC3E}">
        <p14:creationId xmlns:p14="http://schemas.microsoft.com/office/powerpoint/2010/main" val="182609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F04C-8A79-2092-2BF8-C5C532D3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Endpoints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9B596-AE4A-3F58-E79C-DA6EF9081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 /api/jobs</a:t>
            </a:r>
          </a:p>
          <a:p>
            <a:r>
              <a:rPr lang="en-US"/>
              <a:t>GET /api/jobs/:id</a:t>
            </a:r>
          </a:p>
          <a:p>
            <a:r>
              <a:rPr lang="en-US"/>
              <a:t>GET /api/jobs/:id/applicants</a:t>
            </a:r>
          </a:p>
          <a:p>
            <a:r>
              <a:rPr lang="en-US"/>
              <a:t>POST /api/apply</a:t>
            </a:r>
          </a:p>
          <a:p>
            <a:r>
              <a:rPr lang="en-US"/>
              <a:t>POST /api/accept</a:t>
            </a:r>
          </a:p>
          <a:p>
            <a:r>
              <a:rPr lang="en-US"/>
              <a:t>POST /api/reject</a:t>
            </a:r>
          </a:p>
        </p:txBody>
      </p:sp>
    </p:spTree>
    <p:extLst>
      <p:ext uri="{BB962C8B-B14F-4D97-AF65-F5344CB8AC3E}">
        <p14:creationId xmlns:p14="http://schemas.microsoft.com/office/powerpoint/2010/main" val="225726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422B-A999-9E9E-17BB-DDEEB7EB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0A05-1B83-1F7A-BBD5-FB7FFDDDB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Required field validation on apply</a:t>
            </a:r>
          </a:p>
          <a:p>
            <a:r>
              <a:rPr lang="en-US"/>
              <a:t>Duplicate application blocked by email per job</a:t>
            </a:r>
          </a:p>
          <a:p>
            <a:r>
              <a:rPr lang="en-US"/>
              <a:t>Openings cap enforced on apply/accept</a:t>
            </a:r>
          </a:p>
          <a:p>
            <a:r>
              <a:rPr lang="en-US"/>
              <a:t>Applicants sorted by match score for HR</a:t>
            </a:r>
          </a:p>
        </p:txBody>
      </p:sp>
    </p:spTree>
    <p:extLst>
      <p:ext uri="{BB962C8B-B14F-4D97-AF65-F5344CB8AC3E}">
        <p14:creationId xmlns:p14="http://schemas.microsoft.com/office/powerpoint/2010/main" val="328884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B91D-0209-8D46-2E95-BC9072AF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Match Score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DEA9-0AD0-AEA8-A4A2-329D4A3C0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Normalize tags + skills to lowercase trimmed values</a:t>
            </a:r>
          </a:p>
          <a:p>
            <a:r>
              <a:rPr lang="en-US"/>
              <a:t>Compute overlap against required tags</a:t>
            </a:r>
          </a:p>
          <a:p>
            <a:r>
              <a:rPr lang="en-US"/>
              <a:t>Formula: round((matches / totalRequired) * 100)</a:t>
            </a:r>
          </a:p>
        </p:txBody>
      </p:sp>
    </p:spTree>
    <p:extLst>
      <p:ext uri="{BB962C8B-B14F-4D97-AF65-F5344CB8AC3E}">
        <p14:creationId xmlns:p14="http://schemas.microsoft.com/office/powerpoint/2010/main" val="288592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BD695-59A3-3961-54C1-155B639A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6996A-5552-3497-F6AB-4F9AA8E45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Job: title, company, location, salary, tags, description, openings, coordinates, postedAt</a:t>
            </a:r>
          </a:p>
          <a:p>
            <a:r>
              <a:rPr lang="en-US"/>
              <a:t>Applicant: name, email, skills, experience, portfolio, matchScore, status, appliedAt</a:t>
            </a:r>
          </a:p>
        </p:txBody>
      </p:sp>
    </p:spTree>
    <p:extLst>
      <p:ext uri="{BB962C8B-B14F-4D97-AF65-F5344CB8AC3E}">
        <p14:creationId xmlns:p14="http://schemas.microsoft.com/office/powerpoint/2010/main" val="338438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A123-18B3-CF98-0B43-20637FC2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Frontend User 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65E80-502D-01BB-163E-E3D73EF1C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Applicant: Login -&gt; Landing -&gt; City -&gt; Map -&gt; JobDetails -&gt; Apply</a:t>
            </a:r>
          </a:p>
          <a:p>
            <a:r>
              <a:rPr lang="en-US"/>
              <a:t>HR: Login (hr@test.com) -&gt; Dashboard -&gt; Applicants -&gt; Accept/Reject</a:t>
            </a:r>
          </a:p>
        </p:txBody>
      </p:sp>
    </p:spTree>
    <p:extLst>
      <p:ext uri="{BB962C8B-B14F-4D97-AF65-F5344CB8AC3E}">
        <p14:creationId xmlns:p14="http://schemas.microsoft.com/office/powerpoint/2010/main" val="19052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5E58-063E-13FD-5101-667C02C8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EECA9-4DA2-021C-6AF8-3C1EE2566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Frontend-only auth simulation</a:t>
            </a:r>
          </a:p>
          <a:p>
            <a:r>
              <a:rPr lang="en-US"/>
              <a:t>Docs mismatch for some endpoints</a:t>
            </a:r>
          </a:p>
          <a:p>
            <a:r>
              <a:rPr lang="en-US"/>
              <a:t>Duplicate legacy files in project tree</a:t>
            </a:r>
          </a:p>
          <a:p>
            <a:r>
              <a:rPr lang="en-US"/>
              <a:t>Dev script nodemon config issue</a:t>
            </a:r>
          </a:p>
        </p:txBody>
      </p:sp>
    </p:spTree>
    <p:extLst>
      <p:ext uri="{BB962C8B-B14F-4D97-AF65-F5344CB8AC3E}">
        <p14:creationId xmlns:p14="http://schemas.microsoft.com/office/powerpoint/2010/main" val="357572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F460-4630-44B2-6C0C-5378501D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5DBC6-7CE7-BAA7-BBDF-BE96206B3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JWT auth + role-protected API</a:t>
            </a:r>
          </a:p>
          <a:p>
            <a:r>
              <a:rPr lang="en-US"/>
              <a:t>Request schema validation</a:t>
            </a:r>
          </a:p>
          <a:p>
            <a:r>
              <a:rPr lang="en-US"/>
              <a:t>Better weighted skill matching</a:t>
            </a:r>
          </a:p>
          <a:p>
            <a:r>
              <a:rPr lang="en-US"/>
              <a:t>Route/integration tests + cleanup</a:t>
            </a:r>
          </a:p>
        </p:txBody>
      </p:sp>
    </p:spTree>
    <p:extLst>
      <p:ext uri="{BB962C8B-B14F-4D97-AF65-F5344CB8AC3E}">
        <p14:creationId xmlns:p14="http://schemas.microsoft.com/office/powerpoint/2010/main" val="222892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Startup Arena - Project Deep Dive</vt:lpstr>
      <vt:lpstr>Tech Stack and Why</vt:lpstr>
      <vt:lpstr>Architecture</vt:lpstr>
      <vt:lpstr>Core Endpoints</vt:lpstr>
      <vt:lpstr>Business Rules</vt:lpstr>
      <vt:lpstr>Match Score Logic</vt:lpstr>
      <vt:lpstr>Data Model</vt:lpstr>
      <vt:lpstr>Frontend User Flows</vt:lpstr>
      <vt:lpstr>Current Gaps</vt:lpstr>
      <vt:lpstr>Next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shahadat hussain</dc:creator>
  <cp:lastModifiedBy>shahadat hussain</cp:lastModifiedBy>
  <cp:revision>1</cp:revision>
  <dcterms:created xsi:type="dcterms:W3CDTF">2026-04-09T19:21:01Z</dcterms:created>
  <dcterms:modified xsi:type="dcterms:W3CDTF">2026-04-09T19:21:01Z</dcterms:modified>
</cp:coreProperties>
</file>